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645920"/>
            <a:ext cx="109728" cy="2377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64592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Artificial Intelligence &amp; Robotics 2026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188720" y="29260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Industries, Society, and the Future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58521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  •  Sep 25, 2026, 01:27 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Landscape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 exceed 1 trillion parameters, delivering human‑level reasoning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 platforms integrate multimodal perception and adaptive locomotion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AI‑robotics market projected to surpass $1.2 trillion by 2027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Cross‑industry consortia accelerate standards for interoperability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Technological Advances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 with real‑time self‑supervision and continual learning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Edge‑AI chips delivering &gt;10 TOPS/W with sub‑millisecond latency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Soft‑robotics skins enable tactile feedback at 1 kHz resolution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Quantum‑enhanced optimization reduces planning cycles by 90 %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8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Disruption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Manufacturing: autonomous cells achieve 99.9 % defect‑free production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Healthcare: AI‑driven surgical robots perform complex procedures with zero blood loss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Logistics: swarm drones cut last‑mile delivery time to under 15 minutes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Finance: predictive AI agents manage portfolios with sub‑1 % tracking error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8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Human‑Machine Collaboration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twins of workers enable seamless skill transfer to robots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interfaces allow non‑technical staff to command autonomous systems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reality overlays provide real‑time robot intent visualization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Co‑creative AI partners accelerate product design cycles by 70 %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8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&amp; Regulatory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 Act revisions mandate transparency logs for autonomous decisions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safety standards enforce fail‑safe mechanisms at 0.1 ms response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mitigation protocols embedded in model training pipelines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Public‑private AI ethics boards oversee societal impact assessments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8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73152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Outlook &amp; Investment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6984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capital flows exceed $150 B into AI‑robotics startups annually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Next‑gen neuromorphic processors promise exascale AI at consumer power levels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human‑AI teams projected to generate 30 % of global GDP by 2030</a:t>
            </a:r>
            <a:endParaRPr lang="en-US" sz="1500" dirty="0"/>
          </a:p>
          <a:p>
            <a:pPr>
              <a:lnSpc>
                <a:spcPts val="2400"/>
              </a:lnSpc>
              <a:spcAft>
                <a:spcPts val="1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roadmaps focus on sustainability, resilience, and inclusive growth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0" y="6172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Artificial Intelligence &amp; Robotics 2026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Shifra AI  •  Sep 25, 2026, 01:27 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Next-Gen Artificial Intelligence &amp; Robotics 2026</dc:title>
  <dc:subject>PptxGenJS Presentation</dc:subject>
  <dc:creator>PptxGenJS</dc:creator>
  <cp:lastModifiedBy>PptxGenJS</cp:lastModifiedBy>
  <cp:revision>1</cp:revision>
  <dcterms:created xsi:type="dcterms:W3CDTF">2026-09-24T19:57:57Z</dcterms:created>
  <dcterms:modified xsi:type="dcterms:W3CDTF">2026-09-24T19:57:57Z</dcterms:modified>
</cp:coreProperties>
</file>