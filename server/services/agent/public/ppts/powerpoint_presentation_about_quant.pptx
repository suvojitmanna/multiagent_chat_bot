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645920"/>
            <a:ext cx="109728" cy="2377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645920"/>
            <a:ext cx="9692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Computing Fundamentals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 and Strategic Implications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58521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  •  Sep 25, 2026, 01:29 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73152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computing leverages quantum mechanics to process information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to solve problems intractable for classical computers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drivers: speed, parallelism, and new algorithmic paradigms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relevance across finance, pharma, logistics, and security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0" y="6172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8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73152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 Basics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Qubit: quantum analogue of the classical bit, representing 0, 1, or both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implementations: superconducting circuits, trapped ions, photonics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Coherence time determines usable computation window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rates remain a primary engineering challenge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0" y="6172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8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73152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Superposition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Superposition enables simultaneous representation of multiple states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Mathematically described by linear combinations of basis vectors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exponential state space growth with each added qubit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quantum parallelism in algorithms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0" y="6172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8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73152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Entanglement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Entangled qubits exhibit correlated outcomes regardless of distance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non‑local information sharing and quantum teleportation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resource for speed‑up in many quantum algorithms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 metrics such as concurrence and Bell inequality violations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0" y="6172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8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73152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Gates &amp; Circuits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Unitary operations manipulate qubit states without loss of information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gates: Hadamard, Pauli‑X/Y/Z, CNOT, Toffoli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depth and gate fidelity dictate algorithmic feasibility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Compilation translates high‑level algorithms into hardware‑specific instructions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0" y="6172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8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73152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&amp; Outlook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Shor's algorithm threatens RSA encryption; quantum‑safe cryptography is emerging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simulation accelerates material discovery and drug design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problems (e.g., logistics) benefit from quantum annealing and QAOA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NISQ era → fault‑tolerant quantum computers within the next decade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0" y="6172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8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Computing Fundamentals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  •  Sep 25, 2026, 01:29 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Computing Fundamentals</dc:title>
  <dc:subject>PptxGenJS Presentation</dc:subject>
  <dc:creator>PptxGenJS</dc:creator>
  <cp:lastModifiedBy>PptxGenJS</cp:lastModifiedBy>
  <cp:revision>1</cp:revision>
  <dcterms:created xsi:type="dcterms:W3CDTF">2026-09-24T19:59:34Z</dcterms:created>
  <dcterms:modified xsi:type="dcterms:W3CDTF">2026-09-24T19:59:34Z</dcterms:modified>
</cp:coreProperties>
</file>