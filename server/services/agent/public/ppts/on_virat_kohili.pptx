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5029200" cy="3200400"/>
          </a:xfrm>
          <a:prstGeom prst="roundRect">
            <a:avLst>
              <a:gd name="adj" fmla="val 14286"/>
            </a:avLst>
          </a:prstGeom>
          <a:solidFill>
            <a:srgbClr val="1E1B4B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371600"/>
            <a:ext cx="2651760" cy="384048"/>
          </a:xfrm>
          <a:prstGeom prst="roundRect">
            <a:avLst>
              <a:gd name="adj" fmla="val 4761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3716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98755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Virat Kohli: Cricketing Icon &amp; Brand Powerhouse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333756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Insights into Performance, Leadership, and Market Influence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4297680"/>
            <a:ext cx="1645920" cy="7315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715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Created by Shifra AI  •  Sep 25, 2026, 01:49 AM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0" y="5715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&amp; Executive Briefing  •  16:9 Widescreen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73152" cy="6217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47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OVERVIEW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" y="5669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Milestones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71600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627632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276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27632" y="160934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Machine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2084832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Accumulated over 12,000 ODI runs, cementing his status as one of the highest run‑scorers in limited‑overs history.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371600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45352" y="1371600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9672" y="1627632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16276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41464" y="160934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Century King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19672" y="2084832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Recorded 46 international centuries, showcasing an unmatched ability to convert starts into big scores.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3730752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730752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986784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98678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27632" y="396849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Chasing Specialist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05840" y="4443984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Maintained an average above 60 while batting second, highlighting his prowess in high‑pressure run‑chases.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45352" y="3730752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45352" y="3730752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19672" y="3986784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398678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41464" y="396849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Captaincy Impact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19672" y="4443984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Led India to a historic Test series win in Australia (2020‑21), redefining the team's overseas mindset.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1520" y="6144768"/>
            <a:ext cx="107259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62362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Shifra AI Presentation  •  Virat Kohli: Cricketing Icon &amp; Brand Powerhouse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99832" y="6236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of 8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73152" cy="62179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47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DRIVEN IMPACT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" y="5669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Dominance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71600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627632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284C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276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27632" y="160934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Excellence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2084832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ODI average of 58.16, the highest among players with 5,000+ runs.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371600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45352" y="1371600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9672" y="1627632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16276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41464" y="160934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Strike Rate Surge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19672" y="2084832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Maintains a strike rate of 93+ in ODIs, balancing aggression with consistency.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3730752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730752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986784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98678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27632" y="396849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Consistency Index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05840" y="4443984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Scored 70+ in 70% of innings over a five‑year span, reflecting sustained high performance.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45352" y="3730752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45352" y="3730752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19672" y="3986784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398678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41464" y="396849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Breaker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19672" y="4443984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Fastest to 8,000, 9,000 and 10,000 ODI runs, setting new benchmarks for future batsmen.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1520" y="6144768"/>
            <a:ext cx="107259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62362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Shifra AI Presentation  •  Virat Kohli: Cricketing Icon &amp; Brand Powerhouse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99832" y="6236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of 8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7315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47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DYNAMICS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" y="5669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 Evolution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71600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627632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276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27632" y="160934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Aggressive Captain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2084832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Instilled a proactive, attacking mindset that transformed India's Test approach.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371600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45352" y="1371600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9672" y="1627632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16276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41464" y="160934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Mentor Role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19672" y="2084832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emerging talents like Shubman Gill and Prithvi Shaw, accelerating their international readiness.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3730752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730752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986784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98678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27632" y="396849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Decisions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05840" y="4443984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Implemented flexible batting orders and field placements, optimizing match‑up advantages.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45352" y="3730752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45352" y="3730752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19672" y="3986784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E11D48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398678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41464" y="396849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Crisis Management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19672" y="4443984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Steered the side through injury setbacks and form slumps, maintaining morale and focus.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1520" y="6144768"/>
            <a:ext cx="107259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62362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Shifra AI Presentation  •  Virat Kohli: Cricketing Icon &amp; Brand Powerhouse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99832" y="6236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of 8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73152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47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VALUE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" y="5669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 Equity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71600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627632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276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27632" y="160934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Endorsement Portfolio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2084832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Partners with global brands like Puma, Audi, and MRF, generating an estimated $30M annual endorsement income.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371600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45352" y="1371600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9672" y="1627632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16276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41464" y="160934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Media Magnet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19672" y="2084832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 250 million combined followers, delivering unparalleled reach for campaigns.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3730752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730752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986784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E11D4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98678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27632" y="396849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Appeal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05840" y="4443984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Recognized across cricketing and non‑cricketing markets, enhancing cross‑industry collaborations.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45352" y="3730752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45352" y="3730752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19672" y="3986784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398678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41464" y="396849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Generator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19672" y="4443984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Drives ticket sales, merchandise, and viewership spikes, contributing significantly to board revenues.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1520" y="6144768"/>
            <a:ext cx="107259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62362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Shifra AI Presentation  •  Virat Kohli: Cricketing Icon &amp; Brand Powerhouse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99832" y="6236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of 8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73152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47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EDGE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" y="5669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Fitness &amp; Discipline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71600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627632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276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27632" y="160934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Regimen Rigor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2084832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Follows a structured daily routine combining strength, cardio, and flexibility training.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371600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45352" y="1371600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9672" y="1627632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E11D48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16276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41464" y="160934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Nutrition Blueprint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19672" y="2084832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Adheres to a high‑protein, low‑glycemic diet that supports sustained energy levels.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3730752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730752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986784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98678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27632" y="396849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Mental Conditioning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05840" y="4443984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Practices mindfulness and visualization techniques to sharpen focus under pressure.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45352" y="3730752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45352" y="3730752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19672" y="3986784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284C7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398678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41464" y="396849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Injury Resilience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19672" y="4443984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Utilizes preventive physiotherapy, resulting in a low injury incidence over a decade.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1520" y="6144768"/>
            <a:ext cx="107259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62362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Shifra AI Presentation  •  Virat Kohli: Cricketing Icon &amp; Brand Powerhouse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99832" y="6236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of 8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73152" cy="6217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47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FORECAST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" y="5669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Outlook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71600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627632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E11D48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276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27632" y="160934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Legacy Building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2084832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Aims to surpass 15,000 ODI runs, solidifying his place among the all‑time greats.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371600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45352" y="1371600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9672" y="1627632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16276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41464" y="160934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Post‑Retirement Ventures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19672" y="2084832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Exploring franchise ownership, coaching academies, and media production.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3730752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730752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986784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284C7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98678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27632" y="396849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Influence on Next Gen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05840" y="4443984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Mentorship programs and youth camps to nurture the next wave of Indian cricketers.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45352" y="3730752"/>
            <a:ext cx="521208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5400000">
              <a:srgbClr val="0F172A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45352" y="3730752"/>
            <a:ext cx="5212080" cy="64008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19672" y="3986784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398678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41464" y="396849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Expansion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19672" y="4443984"/>
            <a:ext cx="46634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Targeting emerging markets in Southeast Asia and the Middle East for brand collaborations.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1520" y="6144768"/>
            <a:ext cx="107259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62362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Shifra AI Presentation  •  Virat Kohli: Cricketing Icon &amp; Brand Powerhouse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99832" y="6236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of 8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18304" y="128016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18304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Virat Kohli: Cricketing Icon &amp; Brand Powerhouse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88036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Insights into Performance, Leadership, and Market Influence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384048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840480"/>
            <a:ext cx="3017520" cy="5486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Vision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43434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direction, high standards, and decisive execution.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384048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3840480"/>
            <a:ext cx="3017520" cy="5486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&amp; Impact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43434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Transformative milestones establishing long-term excellence.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384048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3840480"/>
            <a:ext cx="3017520" cy="5486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Sustainable Legacy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5320" y="43434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Enduring standards and cultural benchmarks for the future.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Created by Shifra AI  •  Sep 25, 2026, 01:49 AM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Virat Kohli: Cricketing Icon &amp; Brand Powerhouse</dc:title>
  <dc:subject>PptxGenJS Presentation</dc:subject>
  <dc:creator>PptxGenJS</dc:creator>
  <cp:lastModifiedBy>PptxGenJS</cp:lastModifiedBy>
  <cp:revision>1</cp:revision>
  <dcterms:created xsi:type="dcterms:W3CDTF">2026-09-24T20:19:55Z</dcterms:created>
  <dcterms:modified xsi:type="dcterms:W3CDTF">2026-09-24T20:19:55Z</dcterms:modified>
</cp:coreProperties>
</file>